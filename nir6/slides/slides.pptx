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df135cf7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df135cf7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df135cf7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df135cf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2380300"/>
            <a:ext cx="88944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Научно-исследовательская работа по теме: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latin typeface="Times New Roman"/>
                <a:ea typeface="Times New Roman"/>
                <a:cs typeface="Times New Roman"/>
                <a:sym typeface="Times New Roman"/>
              </a:rPr>
              <a:t>«Исследование методов рекомендации товаров в маркетплейсах»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75" y="209900"/>
            <a:ext cx="1605325" cy="18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067925" y="158300"/>
            <a:ext cx="5481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12700" lvl="0" marL="12700" rtl="0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Министерство науки и высшего образования Российской Федерации Федеральное государственное </a:t>
            </a: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автономное</a:t>
            </a: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образовательное учреждение высшего образования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481925" y="907550"/>
            <a:ext cx="46533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«Московский государственный технический университет имени Н.Э. Баумана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921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(национальный исследовательский университет)» (МГТУ им. Н.Э. Баумана)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255325" y="3839800"/>
            <a:ext cx="37830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Студент: Равашдех Ф.Х., ИУ7-55Б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 </a:t>
            </a:r>
            <a:r>
              <a:rPr lang="ru" sz="1350">
                <a:latin typeface="Times New Roman"/>
                <a:ea typeface="Times New Roman"/>
                <a:cs typeface="Times New Roman"/>
                <a:sym typeface="Times New Roman"/>
              </a:rPr>
              <a:t>Рудяк Ю.В.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072000" y="45699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ru" sz="135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8583450" y="4546200"/>
            <a:ext cx="5604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2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Постановка задачи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latin typeface="Times New Roman"/>
                <a:ea typeface="Times New Roman"/>
                <a:cs typeface="Times New Roman"/>
                <a:sym typeface="Times New Roman"/>
              </a:rPr>
              <a:t>Рекомендательные системы — это программные инструменты и методы, предоставляющие пользователю предложения относительно объектов, которые могут быть ему полезны. В случае маркетплейсов такими предлагаемыми объектами будут являться товары.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311700" y="4099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сравнения методов </a:t>
            </a:r>
            <a:r>
              <a:rPr lang="ru" sz="2500">
                <a:latin typeface="Times New Roman"/>
                <a:ea typeface="Times New Roman"/>
                <a:cs typeface="Times New Roman"/>
                <a:sym typeface="Times New Roman"/>
              </a:rPr>
              <a:t>рекомендации товаров</a:t>
            </a:r>
            <a:endParaRPr sz="2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8583450" y="4546200"/>
            <a:ext cx="560400" cy="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3</a:t>
            </a:r>
            <a:endParaRPr/>
          </a:p>
        </p:txBody>
      </p:sp>
      <p:pic>
        <p:nvPicPr>
          <p:cNvPr id="73" name="Google Shape;73;p15" title="Снимок экрана 2025-12-20 в 02.34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5075"/>
            <a:ext cx="6559216" cy="385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
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2214795d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22214795d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2214795d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2214795d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2214795d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2214795d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2214795d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2214795d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2214795d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2214795d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2214795d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2214795d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2214795d6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22214795d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2214795d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2214795d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2214795d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2214795d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2214795d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22214795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2214795d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2214795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2214795d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22214795d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1471300"/>
            <a:ext cx="88944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Симуляция LiDAR и построение 3D-карты сцены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75" y="209900"/>
            <a:ext cx="1605325" cy="18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067925" y="158300"/>
            <a:ext cx="5481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12700" lvl="0" marL="12700" rtl="0"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Министерство науки и высшего образования Российской Федерации Федеральное государственное бюджетное образовательное учреждение высшего образования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481925" y="907550"/>
            <a:ext cx="4653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«Московский государственный технический университет имени Н.Э. Баумана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2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(национальный исследовательский университет)» (МГТУ им. Н.Э. Баумана)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255325" y="3839800"/>
            <a:ext cx="37830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Студент: Равашдех Ф.Х., ИУ7-55Б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Руководитель: Толпинская Н.Б.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072000" y="4569925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520">
                <a:latin typeface="Times New Roman"/>
                <a:ea typeface="Times New Roman"/>
                <a:cs typeface="Times New Roman"/>
                <a:sym typeface="Times New Roman"/>
              </a:rPr>
              <a:t>Цель и задачи</a:t>
            </a:r>
            <a:endParaRPr sz="25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55850" y="1017725"/>
            <a:ext cx="8832300" cy="43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курсовой работы 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разработка программного обеспечения для симуляции LiDAR и построение 3D-карты сцены.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				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описать объекты и выбрать модель их представления;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изучить и провести анализ существующих алгоритмов компьютерной графики;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выбрать наиболее подходящие алгоритмы для реализации программы;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спроектировать программное обеспечение, предоставляющее пользователю необходимые функции;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 реализовать спроектированное программное обеспечение;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6) провести сравнительный анализ времени построения кадра в зависимости от удаления объекта сцены от камеры.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		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	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		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LiDAR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 Detection and Ranging — </a:t>
            </a: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это </a:t>
            </a: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технология, которая использует лазерное излучение для обнаружения и определения дальности до объектов. </a:t>
            </a: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Она применяется в разных областях, например, в метеорологии, геодезии, картографии и в системах машинного зрения.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251" y="2765950"/>
            <a:ext cx="5055150" cy="18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Описание объектов сцены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Сцена состоит из следующих объектов: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камера — объект сцены, из которого происходит наблюдение сцены, определяется местоположением и направлением просмотра;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источник света — объект сцены, который представляет из себя материальную точку, излучающую свет;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модель — трехмерный объект, расположенный на сцене, представлен-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ный в виде полигональной сетки;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облако точек — набор векторов вида (x, y, z).</a:t>
            </a:r>
            <a:endParaRPr/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Выбор алгоритма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LiDAR работает на основе отражения лазерных импульсов от объектов, поэтому для решения задачи симуляции LiDAR был выбран алгоритм трассировки лучей, т.к. он моделирует распространение лучей в пространстве и их взаимодействие с поверхностями объектов.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Схема алгоритма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трассировки лучей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5875" y="47313"/>
            <a:ext cx="3820425" cy="50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Средства реализации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качестве используемого языка программирования был выбран Python (3.11).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качестве графического фреймворка был выбран Qt (PyQt6).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Интерфейс программы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50" y="1136262"/>
            <a:ext cx="5920538" cy="3448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674" y="445026"/>
            <a:ext cx="1902801" cy="294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8675" y="3628975"/>
            <a:ext cx="1902800" cy="890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Пример работы программы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55939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Проведение исследования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Технические характеристики устроства, на котором выполнялось тестирование: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операционная система — macOS Sonoma 14.1 (23B2073);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процессор — Apple M3;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оперативная память — 16 Гб.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Замеры проводилось на ноутбуке, включенном в сеть питания, нагруженным процессами операционной системы, приложениями окружения и замеряемой программой.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Проведение исследования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зависимости времени генерации кадра размером 800×600 от расстояния от камеры до объекта сцены.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Исследование проводилось на следующих объектах: 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куб (12 треугольников);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квадратная правильная пирамида (8 треугольников);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треугольная правильная пирамида (тетраэдр) (4 треугольника);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шестиугольная правильная призма (20 треугольников).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		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	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Результаты</a:t>
            </a: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 исследования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5238125" y="1152475"/>
            <a:ext cx="359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Исследование показало: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время построения кадра уменьшается при удалении объекта от камеры;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время построения кадра увеличивается при увеличении числа треугольников, из которых состоит объект.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75" y="964888"/>
            <a:ext cx="5055426" cy="379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ходе выполнения курсовой работы поставленная цель была достигнута: разработка программного обеспечения для симуляции LiDAR и построение 3D-карты сцены. Все задачи были выполнены.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